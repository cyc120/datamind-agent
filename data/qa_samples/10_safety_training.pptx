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安全培训课件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培训对象：一线作业人员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高温作业阈值：40 摄氏度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超过阈值须停止作业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应急演练：每季度 1 次，参与 12 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全年共 4 次演练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2026-10-10T00:00:00+00:00</dcterms:created>
  <dcterms:modified xsi:type="dcterms:W3CDTF">2026-10-10T00:00:00+00:00</dcterms:modified>
  <cp:category/>
</cp:coreProperties>
</file>