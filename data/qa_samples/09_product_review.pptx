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Q1 产品复盘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复盘范围：华东与华南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目标销售额：500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目标口径：不含税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实际销售额：430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差异原因：渠道延迟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主要问题：交付延迟 3 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改进项：提前备货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2026-10-10T00:00:00+00:00</dcterms:created>
  <dcterms:modified xsi:type="dcterms:W3CDTF">2026-10-10T00:00:00+00:00</dcterms:modified>
  <cp:category/>
</cp:coreProperties>
</file>